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PaperShift Integration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is used to validate real LibreOffice conversions.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